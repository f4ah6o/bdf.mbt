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/>
        </p:nvSpPr>
        <p:spPr>
          <a:xfrm>
            <a:off x="914400" y="914400"/>
            <a:ext cx="7315200" cy="1828800"/>
          </a:xfrm>
          <a:solidFill>
            <a:srgbClr val="FF0000"/>
          </a:solidFill>
        </p:spPr>
        <p:txBody>
          <a:bodyPr/>
          <a:p>
            <a:r>
              <a:rPr sz="3200"/>
              <a:t>Hello PPTX</a:t>
            </a:r>
          </a:p>
        </p:txBody>
      </p:sp>
    </p:spTree>
  </p:cSld>
</p:sld>
</file>